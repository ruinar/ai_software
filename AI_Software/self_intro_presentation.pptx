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75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tro_cover_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267712"/>
            <a:ext cx="4389120" cy="822960"/>
          </a:xfrm>
          <a:prstGeom prst="rect">
            <a:avLst/>
          </a:prstGeom>
          <a:noFill/>
          <a:ln/>
          <a:effectLst>
            <a:outerShdw blurRad="19050" dist="635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자기소개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76656" y="3200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dirty="0" err="1"/>
              <a:t>최원준</a:t>
            </a:r>
            <a:endParaRPr sz="1800" dirty="0"/>
          </a:p>
        </p:txBody>
      </p:sp>
      <p:sp>
        <p:nvSpPr>
          <p:cNvPr id="7" name="Text 4"/>
          <p:cNvSpPr/>
          <p:nvPr/>
        </p:nvSpPr>
        <p:spPr>
          <a:xfrm>
            <a:off x="694944" y="61996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INTRODUCTION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tro_content_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475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한눈에 보는 저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13232" y="941832"/>
            <a:ext cx="10424160" cy="0"/>
          </a:xfrm>
          <a:prstGeom prst="line">
            <a:avLst/>
          </a:prstGeom>
          <a:noFill/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841248" y="1417320"/>
            <a:ext cx="10469880" cy="1005840"/>
          </a:xfrm>
          <a:prstGeom prst="roundRect">
            <a:avLst>
              <a:gd name="adj" fmla="val 7273"/>
            </a:avLst>
          </a:prstGeom>
          <a:solidFill>
            <a:srgbClr val="EFF5FF"/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1078992" y="1581912"/>
            <a:ext cx="658368" cy="658368"/>
          </a:xfrm>
          <a:prstGeom prst="ellipse">
            <a:avLst/>
          </a:prstGeom>
          <a:solidFill>
            <a:srgbClr val="4F8EDC"/>
          </a:solidFill>
          <a:ln w="12700">
            <a:solidFill>
              <a:srgbClr val="4F8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78992" y="17282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65960" y="1627632"/>
            <a:ext cx="8732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dirty="0" err="1"/>
              <a:t>게임프로그래밍을</a:t>
            </a:r>
            <a:r>
              <a:rPr sz="2200" dirty="0"/>
              <a:t> </a:t>
            </a:r>
            <a:r>
              <a:rPr sz="2200" dirty="0" err="1"/>
              <a:t>전공했고</a:t>
            </a:r>
            <a:r>
              <a:rPr sz="2200" dirty="0"/>
              <a:t>, </a:t>
            </a:r>
            <a:endParaRPr lang="en-US" sz="2200" dirty="0"/>
          </a:p>
          <a:p>
            <a:r>
              <a:rPr sz="2200" dirty="0" err="1"/>
              <a:t>현재는</a:t>
            </a:r>
            <a:r>
              <a:rPr sz="2200" dirty="0"/>
              <a:t> </a:t>
            </a:r>
            <a:r>
              <a:rPr sz="2200" dirty="0" err="1"/>
              <a:t>하이테크</a:t>
            </a:r>
            <a:r>
              <a:rPr sz="2200" dirty="0"/>
              <a:t> </a:t>
            </a:r>
            <a:r>
              <a:rPr sz="2200" dirty="0" err="1"/>
              <a:t>인공지능소프트웨어</a:t>
            </a:r>
            <a:r>
              <a:rPr sz="2200" dirty="0"/>
              <a:t> </a:t>
            </a:r>
            <a:r>
              <a:rPr sz="2200" dirty="0" err="1"/>
              <a:t>과정에</a:t>
            </a:r>
            <a:r>
              <a:rPr sz="2200" dirty="0"/>
              <a:t> </a:t>
            </a:r>
            <a:r>
              <a:rPr sz="2200" dirty="0" err="1"/>
              <a:t>참여하고</a:t>
            </a:r>
            <a:r>
              <a:rPr sz="2200" dirty="0"/>
              <a:t> </a:t>
            </a:r>
            <a:r>
              <a:rPr sz="2200" dirty="0" err="1"/>
              <a:t>있습니다</a:t>
            </a:r>
            <a:r>
              <a:rPr sz="2200" dirty="0"/>
              <a:t>.</a:t>
            </a:r>
          </a:p>
        </p:txBody>
      </p:sp>
      <p:sp>
        <p:nvSpPr>
          <p:cNvPr id="9" name="Shape 6"/>
          <p:cNvSpPr/>
          <p:nvPr/>
        </p:nvSpPr>
        <p:spPr>
          <a:xfrm>
            <a:off x="841248" y="2679192"/>
            <a:ext cx="10469880" cy="1005840"/>
          </a:xfrm>
          <a:prstGeom prst="roundRect">
            <a:avLst>
              <a:gd name="adj" fmla="val 7273"/>
            </a:avLst>
          </a:prstGeom>
          <a:solidFill>
            <a:srgbClr val="EFF5FF"/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078992" y="2843784"/>
            <a:ext cx="658368" cy="658368"/>
          </a:xfrm>
          <a:prstGeom prst="ellipse">
            <a:avLst/>
          </a:prstGeom>
          <a:solidFill>
            <a:srgbClr val="4F8EDC"/>
          </a:solidFill>
          <a:ln w="12700">
            <a:solidFill>
              <a:srgbClr val="4F8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78992" y="29900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65960" y="2889504"/>
            <a:ext cx="8732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dirty="0"/>
              <a:t>C/C++, </a:t>
            </a:r>
            <a:r>
              <a:rPr sz="1800" dirty="0" err="1"/>
              <a:t>C#을</a:t>
            </a:r>
            <a:r>
              <a:rPr sz="1800" dirty="0"/>
              <a:t> 잘 </a:t>
            </a:r>
            <a:r>
              <a:rPr sz="1800" dirty="0" err="1"/>
              <a:t>다루며</a:t>
            </a:r>
            <a:r>
              <a:rPr sz="1800" dirty="0"/>
              <a:t>,</a:t>
            </a:r>
            <a:r>
              <a:rPr lang="en-US" sz="1800" dirty="0"/>
              <a:t> </a:t>
            </a:r>
            <a:r>
              <a:rPr sz="1800" dirty="0" err="1"/>
              <a:t>WinAPI</a:t>
            </a:r>
            <a:r>
              <a:rPr sz="1800" dirty="0"/>
              <a:t>, </a:t>
            </a:r>
            <a:r>
              <a:rPr sz="1800" dirty="0" err="1"/>
              <a:t>DirectX와</a:t>
            </a:r>
            <a:r>
              <a:rPr sz="1800" dirty="0"/>
              <a:t> </a:t>
            </a:r>
            <a:r>
              <a:rPr sz="1800" dirty="0" err="1"/>
              <a:t>여러</a:t>
            </a:r>
            <a:r>
              <a:rPr sz="1800" dirty="0"/>
              <a:t> </a:t>
            </a:r>
            <a:r>
              <a:rPr sz="1800" dirty="0" err="1"/>
              <a:t>SDK를</a:t>
            </a:r>
            <a:r>
              <a:rPr sz="1800" dirty="0"/>
              <a:t> </a:t>
            </a:r>
            <a:r>
              <a:rPr sz="1800" dirty="0" err="1"/>
              <a:t>활용해</a:t>
            </a:r>
            <a:r>
              <a:rPr sz="1800" dirty="0"/>
              <a:t> </a:t>
            </a:r>
            <a:endParaRPr lang="en-US" sz="1800" dirty="0"/>
          </a:p>
          <a:p>
            <a:r>
              <a:rPr sz="1800" dirty="0" err="1"/>
              <a:t>유니티</a:t>
            </a:r>
            <a:r>
              <a:rPr sz="1800" dirty="0"/>
              <a:t> </a:t>
            </a:r>
            <a:r>
              <a:rPr sz="1800" dirty="0" err="1"/>
              <a:t>엔진을</a:t>
            </a:r>
            <a:r>
              <a:rPr sz="1800" dirty="0"/>
              <a:t> </a:t>
            </a:r>
            <a:r>
              <a:rPr sz="1800" dirty="0" err="1"/>
              <a:t>모방한</a:t>
            </a:r>
            <a:r>
              <a:rPr sz="1800" dirty="0"/>
              <a:t> </a:t>
            </a:r>
            <a:r>
              <a:rPr sz="1800" dirty="0" err="1"/>
              <a:t>게임</a:t>
            </a:r>
            <a:r>
              <a:rPr sz="1800" dirty="0"/>
              <a:t> </a:t>
            </a:r>
            <a:r>
              <a:rPr sz="1800" dirty="0" err="1"/>
              <a:t>제작용</a:t>
            </a:r>
            <a:r>
              <a:rPr sz="1800" dirty="0"/>
              <a:t> </a:t>
            </a:r>
            <a:r>
              <a:rPr sz="1800" dirty="0" err="1"/>
              <a:t>엔진을</a:t>
            </a:r>
            <a:r>
              <a:rPr sz="1800" dirty="0"/>
              <a:t> </a:t>
            </a:r>
            <a:r>
              <a:rPr lang="ko-KR" altLang="en-US" sz="1800" dirty="0"/>
              <a:t>직접 구현한</a:t>
            </a:r>
            <a:r>
              <a:rPr sz="1800" dirty="0"/>
              <a:t> </a:t>
            </a:r>
            <a:r>
              <a:rPr sz="1800" dirty="0" err="1"/>
              <a:t>경험이</a:t>
            </a:r>
            <a:r>
              <a:rPr sz="1800" dirty="0"/>
              <a:t> </a:t>
            </a:r>
            <a:r>
              <a:rPr sz="1800" dirty="0" err="1"/>
              <a:t>있습니다</a:t>
            </a:r>
            <a:r>
              <a:rPr sz="1800" dirty="0"/>
              <a:t>.</a:t>
            </a:r>
            <a:endParaRPr lang="en-US" sz="1800" dirty="0"/>
          </a:p>
          <a:p>
            <a:r>
              <a:rPr lang="en-US" dirty="0"/>
              <a:t>https://github.com/RuinaR?tab=repositories</a:t>
            </a:r>
            <a:endParaRPr sz="1800" dirty="0"/>
          </a:p>
        </p:txBody>
      </p:sp>
      <p:sp>
        <p:nvSpPr>
          <p:cNvPr id="13" name="Shape 10"/>
          <p:cNvSpPr/>
          <p:nvPr/>
        </p:nvSpPr>
        <p:spPr>
          <a:xfrm>
            <a:off x="841248" y="3941064"/>
            <a:ext cx="10469880" cy="1005840"/>
          </a:xfrm>
          <a:prstGeom prst="roundRect">
            <a:avLst>
              <a:gd name="adj" fmla="val 7273"/>
            </a:avLst>
          </a:prstGeom>
          <a:solidFill>
            <a:srgbClr val="EFF5FF"/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078992" y="4105656"/>
            <a:ext cx="658368" cy="658368"/>
          </a:xfrm>
          <a:prstGeom prst="ellipse">
            <a:avLst/>
          </a:prstGeom>
          <a:solidFill>
            <a:srgbClr val="4F8EDC"/>
          </a:solidFill>
          <a:ln w="12700">
            <a:solidFill>
              <a:srgbClr val="4F8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78992" y="4251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965960" y="4151376"/>
            <a:ext cx="8732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/>
              <a:t>완벽하지 않더라도 맡은 일은 끝까지 해보려는 편입니다.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tro_content_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475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제가 중요하게 생각하는 것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13232" y="941832"/>
            <a:ext cx="10424160" cy="0"/>
          </a:xfrm>
          <a:prstGeom prst="line">
            <a:avLst/>
          </a:prstGeom>
          <a:noFill/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68680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E7F0FF"/>
          </a:solidFill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179576" y="2999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E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책임감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62456" y="3456432"/>
            <a:ext cx="1664208" cy="0"/>
          </a:xfrm>
          <a:prstGeom prst="line">
            <a:avLst/>
          </a:prstGeom>
          <a:noFill/>
          <a:ln w="12700">
            <a:solidFill>
              <a:srgbClr val="C8DA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106424" y="3730752"/>
            <a:ext cx="21762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맡은 일을 가볍게 넘기지 않고, 끝까지 해보려 합니다.</a:t>
            </a:r>
            <a:endParaRPr lang="en-US" sz="1240" dirty="0"/>
          </a:p>
        </p:txBody>
      </p:sp>
      <p:sp>
        <p:nvSpPr>
          <p:cNvPr id="10" name="Shape 7"/>
          <p:cNvSpPr/>
          <p:nvPr/>
        </p:nvSpPr>
        <p:spPr>
          <a:xfrm>
            <a:off x="4050792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0056" y="2103120"/>
            <a:ext cx="713232" cy="713232"/>
          </a:xfrm>
          <a:prstGeom prst="ellipse">
            <a:avLst/>
          </a:prstGeom>
          <a:solidFill>
            <a:srgbClr val="E7F0FF"/>
          </a:solidFill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361688" y="2999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E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호기심과 탐구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44568" y="3456432"/>
            <a:ext cx="1664208" cy="0"/>
          </a:xfrm>
          <a:prstGeom prst="line">
            <a:avLst/>
          </a:prstGeom>
          <a:noFill/>
          <a:ln w="12700">
            <a:solidFill>
              <a:srgbClr val="C8DA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288536" y="3730752"/>
            <a:ext cx="21762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모르는 부분은 그냥 지나가기보다 직접 찾아보고 이해하려고 합니다.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7232904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202168" y="2103120"/>
            <a:ext cx="713232" cy="713232"/>
          </a:xfrm>
          <a:prstGeom prst="ellipse">
            <a:avLst/>
          </a:prstGeom>
          <a:solidFill>
            <a:srgbClr val="E7F0FF"/>
          </a:solidFill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543800" y="2999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E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726680" y="3456432"/>
            <a:ext cx="1664208" cy="0"/>
          </a:xfrm>
          <a:prstGeom prst="line">
            <a:avLst/>
          </a:prstGeom>
          <a:noFill/>
          <a:ln w="12700">
            <a:solidFill>
              <a:srgbClr val="C8DA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70648" y="3730752"/>
            <a:ext cx="21762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 생각만 고집하기보다, 서로 맞춰가며 함께하는 태도를 중요하게 여깁니다.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3063240" y="5687568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부분이라도 꾸준히 지키는 태도를 더 중요하게 생각합니다.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tro_content_bg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475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앞으로의 목표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13232" y="941832"/>
            <a:ext cx="10424160" cy="0"/>
          </a:xfrm>
          <a:prstGeom prst="line">
            <a:avLst/>
          </a:prstGeom>
          <a:noFill/>
          <a:ln w="12700">
            <a:solidFill>
              <a:srgbClr val="BFD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96112" y="1627632"/>
            <a:ext cx="10378440" cy="3474720"/>
          </a:xfrm>
          <a:prstGeom prst="roundRect">
            <a:avLst>
              <a:gd name="adj" fmla="val 210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E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34440" y="2167128"/>
            <a:ext cx="164592" cy="164592"/>
          </a:xfrm>
          <a:prstGeom prst="ellipse">
            <a:avLst/>
          </a:prstGeom>
          <a:solidFill>
            <a:srgbClr val="1F4E9D"/>
          </a:solidFill>
          <a:ln w="12700">
            <a:solidFill>
              <a:srgbClr val="1F4E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554480" y="2121408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dirty="0" err="1"/>
              <a:t>직접</a:t>
            </a:r>
            <a:r>
              <a:rPr sz="1800" dirty="0"/>
              <a:t> </a:t>
            </a:r>
            <a:r>
              <a:rPr sz="1800" dirty="0" err="1"/>
              <a:t>구현하고</a:t>
            </a:r>
            <a:r>
              <a:rPr sz="1800" dirty="0"/>
              <a:t> </a:t>
            </a:r>
            <a:r>
              <a:rPr sz="1800" dirty="0" err="1"/>
              <a:t>만들어본</a:t>
            </a:r>
            <a:r>
              <a:rPr sz="1800" dirty="0"/>
              <a:t> </a:t>
            </a:r>
            <a:r>
              <a:rPr sz="1800" dirty="0" err="1"/>
              <a:t>경험을</a:t>
            </a:r>
            <a:r>
              <a:rPr sz="1800" dirty="0"/>
              <a:t> </a:t>
            </a:r>
            <a:r>
              <a:rPr sz="1800" dirty="0" err="1"/>
              <a:t>바탕으로</a:t>
            </a:r>
            <a:r>
              <a:rPr sz="1800" dirty="0"/>
              <a:t>, </a:t>
            </a:r>
            <a:endParaRPr lang="en-US" sz="1800" dirty="0"/>
          </a:p>
          <a:p>
            <a:r>
              <a:rPr sz="1800" dirty="0" err="1"/>
              <a:t>배운</a:t>
            </a:r>
            <a:r>
              <a:rPr sz="1800" dirty="0"/>
              <a:t> </a:t>
            </a:r>
            <a:r>
              <a:rPr sz="1800" dirty="0" err="1"/>
              <a:t>내용을</a:t>
            </a:r>
            <a:r>
              <a:rPr sz="1800" dirty="0"/>
              <a:t> </a:t>
            </a:r>
            <a:r>
              <a:rPr sz="1800" dirty="0" err="1"/>
              <a:t>실제</a:t>
            </a:r>
            <a:r>
              <a:rPr sz="1800" dirty="0"/>
              <a:t> </a:t>
            </a:r>
            <a:r>
              <a:rPr sz="1800" dirty="0" err="1"/>
              <a:t>결과로</a:t>
            </a:r>
            <a:r>
              <a:rPr sz="1800" dirty="0"/>
              <a:t> </a:t>
            </a:r>
            <a:r>
              <a:rPr sz="1800" dirty="0" err="1"/>
              <a:t>연결할</a:t>
            </a:r>
            <a:r>
              <a:rPr sz="1800" dirty="0"/>
              <a:t> 수 </a:t>
            </a:r>
            <a:r>
              <a:rPr sz="1800" dirty="0" err="1"/>
              <a:t>있는</a:t>
            </a:r>
            <a:r>
              <a:rPr sz="1800" dirty="0"/>
              <a:t> </a:t>
            </a:r>
            <a:r>
              <a:rPr sz="1800" dirty="0" err="1"/>
              <a:t>사람이</a:t>
            </a:r>
            <a:r>
              <a:rPr sz="1800" dirty="0"/>
              <a:t> </a:t>
            </a:r>
            <a:r>
              <a:rPr sz="1800" dirty="0" err="1"/>
              <a:t>되고</a:t>
            </a:r>
            <a:r>
              <a:rPr sz="1800" dirty="0"/>
              <a:t> </a:t>
            </a:r>
            <a:r>
              <a:rPr sz="1800" dirty="0" err="1"/>
              <a:t>싶습니다</a:t>
            </a:r>
            <a:r>
              <a:rPr sz="1800" dirty="0"/>
              <a:t>.</a:t>
            </a:r>
          </a:p>
        </p:txBody>
      </p:sp>
      <p:sp>
        <p:nvSpPr>
          <p:cNvPr id="8" name="Shape 5"/>
          <p:cNvSpPr/>
          <p:nvPr/>
        </p:nvSpPr>
        <p:spPr>
          <a:xfrm>
            <a:off x="1234440" y="2990088"/>
            <a:ext cx="164592" cy="164592"/>
          </a:xfrm>
          <a:prstGeom prst="ellipse">
            <a:avLst/>
          </a:prstGeom>
          <a:solidFill>
            <a:srgbClr val="1F4E9D"/>
          </a:solidFill>
          <a:ln w="12700">
            <a:solidFill>
              <a:srgbClr val="1F4E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554480" y="2944368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부족한 점은 많지만, 꾸준히 채워가며 믿고 맡길 수 있는 사람이 되겠습니다.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34440" y="3813048"/>
            <a:ext cx="164592" cy="164592"/>
          </a:xfrm>
          <a:prstGeom prst="ellipse">
            <a:avLst/>
          </a:prstGeom>
          <a:solidFill>
            <a:srgbClr val="1F4E9D"/>
          </a:solidFill>
          <a:ln w="12700">
            <a:solidFill>
              <a:srgbClr val="1F4E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554480" y="3767328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앞으로도 차근차근 경험을 쌓으면서 실력으로 보여드리고 싶습니다.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2396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9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83880" y="6053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들어주셔서 감사합니다.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</Words>
  <Application>Microsoft Office PowerPoint</Application>
  <PresentationFormat>와이드스크린</PresentationFormat>
  <Paragraphs>32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Noto Sans CJK KR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자기소개 발표</dc:title>
  <dc:subject>자기소개</dc:subject>
  <dc:creator>OpenAI</dc:creator>
  <cp:lastModifiedBy>최 원준</cp:lastModifiedBy>
  <cp:revision>5</cp:revision>
  <dcterms:created xsi:type="dcterms:W3CDTF">2026-03-13T00:04:05Z</dcterms:created>
  <dcterms:modified xsi:type="dcterms:W3CDTF">2026-03-13T00:24:31Z</dcterms:modified>
</cp:coreProperties>
</file>