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0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822D0-EC65-F2F9-47DF-BD4129395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015826-5EEC-C325-64E8-B3CA131F4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3FE637-B328-9DDA-1CDA-EA1EB2751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0D32B-058F-4C90-BB54-3BCA0F468D81}" type="datetimeFigureOut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91BBD8-E562-E312-594E-B9C465E6D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0D0A81-AA18-0040-9577-B970E2A0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F3F5-E2C6-45F4-B5F0-5131D66B51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117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F631F-6900-2EF4-F40A-2A64CC32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6ECE6F-6508-F5FF-A4AF-36031130B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2B4DAC-C2CA-96B9-1310-DD65F7D2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0D32B-058F-4C90-BB54-3BCA0F468D81}" type="datetimeFigureOut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5EB30-EC74-6326-96A7-A2F9229A4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FAF11F-B552-438B-858D-42651A7E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F3F5-E2C6-45F4-B5F0-5131D66B51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6170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0DB93-2F53-3C2B-B50B-20E70AE7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4EA272-7781-DB4D-6455-3C9A09E51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FA3777-9F1F-BA00-CFAB-66FB456C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0D32B-058F-4C90-BB54-3BCA0F468D81}" type="datetimeFigureOut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0DDEF-D670-29F9-D4B1-94CF6469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9BD33A-077F-9A48-AEC4-A984CFFB1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F3F5-E2C6-45F4-B5F0-5131D66B51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821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894E5-B11A-71A3-3F7A-2107BAE2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F9661-97F2-6387-6FA6-B2BFF3B35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198082-F527-2945-F86E-498393889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124AFB-9939-62DD-EA21-B7C6020A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0D32B-058F-4C90-BB54-3BCA0F468D81}" type="datetimeFigureOut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E07523-9634-7AA5-AE91-017815C6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9FAE5B-30D9-C223-608B-EDBE821E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F3F5-E2C6-45F4-B5F0-5131D66B51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190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A51F4-B141-1EF0-8FAD-AEEE986C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6DADB9-5176-3BEC-1E77-740016F60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534A2C-B3F1-A1FE-DE62-935E0E883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107426-6AB5-0E6A-DCAB-A73CF9E7E9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22B56F-2AAD-5020-4652-C55CCF824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0C588B-D8A1-D86F-EBE4-C1890F42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0D32B-058F-4C90-BB54-3BCA0F468D81}" type="datetimeFigureOut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36444D-75FE-10C4-2EB4-969C5A019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33728C-695D-0A17-4410-9B4F0B1A2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F3F5-E2C6-45F4-B5F0-5131D66B51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062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735F0-C1D0-7851-9D8D-AE432530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12E2984-DB4A-0C01-143C-0AE48AA65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0D32B-058F-4C90-BB54-3BCA0F468D81}" type="datetimeFigureOut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B14CF6-6F4E-DB8E-FBE5-BCA79EF15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67CD82-A869-1D37-A64C-A46BAE1B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F3F5-E2C6-45F4-B5F0-5131D66B51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519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F981D9-F5FC-E42D-2DCF-B123EF85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0D32B-058F-4C90-BB54-3BCA0F468D81}" type="datetimeFigureOut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1090D6F-68D0-C7C9-B8E3-7BB8FDC5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7AF051-76C0-4E78-63EA-09CB4972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F3F5-E2C6-45F4-B5F0-5131D66B51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473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5C657-BC68-545E-ACB8-FF1EF9D96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F13C9F-572F-D57F-6489-A3BCA98CA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5E549B-72E9-4B9C-EC04-D66793153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43478F-D01B-FEFB-6490-DB4E05784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0D32B-058F-4C90-BB54-3BCA0F468D81}" type="datetimeFigureOut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A93820-0735-2101-F65A-AAFB8B4E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F5382F-6374-D422-6BD6-3ABE8555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F3F5-E2C6-45F4-B5F0-5131D66B51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785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E2973-089B-7BB3-4DC5-327BE081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B69CD1-4661-0B2E-A6B9-E2C7A220B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3F7DAE-1BEE-D566-09C9-60954E7D8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BE3CB7-8CD5-326C-EC82-1A59F4861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0D32B-058F-4C90-BB54-3BCA0F468D81}" type="datetimeFigureOut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C9AD1D-CDB8-15F8-090E-83F3A396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07DE18-FACF-3D2B-2E13-5D7FE035B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F3F5-E2C6-45F4-B5F0-5131D66B51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1115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E70B1-B886-6540-3F6A-E13800CF8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9E0E12-F47A-8CEC-46B2-3E28D3823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46EBD0-9F3A-6769-96DD-C58BCCD1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0D32B-058F-4C90-BB54-3BCA0F468D81}" type="datetimeFigureOut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F70A9E-AC33-D915-C3FC-8B10BDBD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5BFE6-8273-EF9D-C5FC-037C67C8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F3F5-E2C6-45F4-B5F0-5131D66B51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421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A0AA44-148C-B28F-DA4B-8759462FA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1BC43D-FED9-BE1D-58BC-125316683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C3A84D-5F8B-F3AE-49CB-0D10AFEB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0D32B-058F-4C90-BB54-3BCA0F468D81}" type="datetimeFigureOut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A0459E-A92F-CDF4-7C7C-38AFBA80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C52C9D-5AB3-9D25-B25E-71BC6B59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F3F5-E2C6-45F4-B5F0-5131D66B51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414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61CB783-FCA7-D3D8-5527-6C808A63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577AD7-391E-3DF9-9F09-052B97487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D7757-74E8-0479-76F1-197CEA5F9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0D32B-058F-4C90-BB54-3BCA0F468D81}" type="datetimeFigureOut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CEDAE7-F9BA-6CD2-3BC9-0622A0ABD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E20A4D-D08D-D621-CEF6-DFE7D3147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FF3F5-E2C6-45F4-B5F0-5131D66B51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238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DC2573-E446-B3AE-8A20-375B3A8EB43E}"/>
              </a:ext>
            </a:extLst>
          </p:cNvPr>
          <p:cNvSpPr txBox="1"/>
          <p:nvPr/>
        </p:nvSpPr>
        <p:spPr>
          <a:xfrm>
            <a:off x="0" y="0"/>
            <a:ext cx="756317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strName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nAge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strTarget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nMaxTargetRatio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nCurrentTargetRatio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bActive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fTargetRatio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이름 입력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strName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나이 입력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nAge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목표 입력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strTarget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목표 달성치 입력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nMaxTargetRatio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현재 달성치 입력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nCurrentTargetRatio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비전 활성화 여부 입력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(0 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또는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1) : 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bActive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fTargetRatio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nCurrentTargetRatio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nMaxTargetRatio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100.0f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이름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strName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"("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nAge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세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목표 비전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strTarget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진행도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nCurrentTargetRatio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nMaxTargetRatio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현재 달성률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fTargetRatio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"%"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운영 상태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bActive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진행 중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준비 중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70C8E5-F621-C834-53CA-FCBC695E9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578" y="2504946"/>
            <a:ext cx="3477110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4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256</Words>
  <Application>Microsoft Office PowerPoint</Application>
  <PresentationFormat>와이드스크린</PresentationFormat>
  <Paragraphs>37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Consolas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 원준</dc:creator>
  <cp:lastModifiedBy>최 원준</cp:lastModifiedBy>
  <cp:revision>1</cp:revision>
  <dcterms:created xsi:type="dcterms:W3CDTF">2026-03-20T02:47:30Z</dcterms:created>
  <dcterms:modified xsi:type="dcterms:W3CDTF">2026-03-20T02:49:41Z</dcterms:modified>
</cp:coreProperties>
</file>